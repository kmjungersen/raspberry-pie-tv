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96fec33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96fec33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96fec33ea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96fec33e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96fec33e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96fec33e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96fec33e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96fec33e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96fec33ea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96fec33ea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96fec33e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96fec33e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96fec33ea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96fec33ea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96fec33ea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96fec33ea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96fec33e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96fec33e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96fec33ea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96fec33ea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9723732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9723732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9723732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9723732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1" y="-475500"/>
            <a:ext cx="9144003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type="ctrTitle"/>
          </p:nvPr>
        </p:nvSpPr>
        <p:spPr>
          <a:xfrm>
            <a:off x="729450" y="1322450"/>
            <a:ext cx="4288800" cy="24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Financial Software, Purpose-Built for Aderant Firms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3" title="srp-fav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7100" y="1461425"/>
            <a:ext cx="2220651" cy="22206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ctrTitle"/>
          </p:nvPr>
        </p:nvSpPr>
        <p:spPr>
          <a:xfrm>
            <a:off x="729450" y="3882800"/>
            <a:ext cx="7405200" cy="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Boutique. Focused. Proven.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Modern Tools for Modern Law Firms.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Who We Are</a:t>
            </a:r>
            <a:endParaRPr sz="2840"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Experts in Legal Financial Systems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work</a:t>
            </a:r>
            <a:r>
              <a:rPr lang="en" sz="2000"/>
              <a:t> exclusively with Aderant firms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Boutique dev team specializing in billing, partner compensation, pricing, and more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Enterprise solutions tailored for large law firms</a:t>
            </a:r>
            <a:endParaRPr sz="2000"/>
          </a:p>
        </p:txBody>
      </p:sp>
      <p:pic>
        <p:nvPicPr>
          <p:cNvPr id="101" name="Google Shape;101;p15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What We Do</a:t>
            </a:r>
            <a:endParaRPr sz="2840"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Custom Software. Seamless Aderant Integration.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Flagship apps + bespoke solutions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Direct integration via Aderant APIs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UX-first designs for attorneys, finance, and pricing teams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08" name="Google Shape;108;p16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We help clients transform ideas into reality.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Client Case Study: Partner Portal</a:t>
            </a:r>
            <a:endParaRPr sz="2800"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Transparency Meets Efficiency.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Equity &amp; comp hub for law firm partners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Withdrawal workflows, comp statement builder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Blockchain-backed equity ledger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Like online banking—for your partners</a:t>
            </a:r>
            <a:endParaRPr sz="2000"/>
          </a:p>
        </p:txBody>
      </p:sp>
      <p:pic>
        <p:nvPicPr>
          <p:cNvPr id="120" name="Google Shape;120;p18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Client Case Study: </a:t>
            </a:r>
            <a:r>
              <a:rPr lang="en" sz="2740"/>
              <a:t>Exception Rates </a:t>
            </a:r>
            <a:endParaRPr sz="27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Manager</a:t>
            </a:r>
            <a:endParaRPr sz="2740"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3349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“Herd cats” and get Exception Rates Under Control</a:t>
            </a:r>
            <a:r>
              <a:rPr b="1" lang="en" sz="2000"/>
              <a:t>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Attorneys review and act on outdated rates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Shows revenue lost vs. standard rate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Seamless workflows with pricing team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Helps firms recover billables left on the table</a:t>
            </a:r>
            <a:endParaRPr sz="2000"/>
          </a:p>
        </p:txBody>
      </p:sp>
      <p:pic>
        <p:nvPicPr>
          <p:cNvPr id="127" name="Google Shape;127;p19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Client Case Study: Rocket Prebill</a:t>
            </a:r>
            <a:endParaRPr sz="2840"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Aderant Billing, Modernized and Streamlined</a:t>
            </a:r>
            <a:r>
              <a:rPr b="1" lang="en" sz="2000"/>
              <a:t>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Attorneys edit prebills in Rocket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Billing staff stay in Aderant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Prebills synced in real time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Built Aderant integration in collaboration with Datolite Solutions</a:t>
            </a:r>
            <a:endParaRPr sz="2000"/>
          </a:p>
        </p:txBody>
      </p:sp>
      <p:pic>
        <p:nvPicPr>
          <p:cNvPr id="134" name="Google Shape;134;p20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Client Case Study: </a:t>
            </a:r>
            <a:endParaRPr sz="2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Partner Distributions</a:t>
            </a:r>
            <a:endParaRPr sz="2840"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450" y="24300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Manage complex Partner Distribution process from end-to-end</a:t>
            </a:r>
            <a:r>
              <a:rPr b="1" lang="en" sz="2000"/>
              <a:t>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Pull in deductions from Aderant GL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Calculate individual gross / net payments, a</a:t>
            </a:r>
            <a:r>
              <a:rPr lang="en" sz="2000"/>
              <a:t>llowing for one-off edits and fixes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Create bank wire file and Journal Entry for Aderant GI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Securely distribute partner statements</a:t>
            </a:r>
            <a:endParaRPr sz="2000"/>
          </a:p>
        </p:txBody>
      </p:sp>
      <p:pic>
        <p:nvPicPr>
          <p:cNvPr id="141" name="Google Shape;141;p21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400"/>
              <a:t>Built for Big Law. Trusted by Aderant Firms.</a:t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How We Work</a:t>
            </a:r>
            <a:endParaRPr sz="2840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White Glove Service, Start to Finish.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Collaborative from idea to implementation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Custom UX and intuitive workflows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Training, support, and ongoing enhancements</a:t>
            </a:r>
            <a:endParaRPr sz="2000"/>
          </a:p>
        </p:txBody>
      </p:sp>
      <p:pic>
        <p:nvPicPr>
          <p:cNvPr id="153" name="Google Shape;153;p23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Why Firms Choose SRP</a:t>
            </a:r>
            <a:endParaRPr sz="2840"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Built for Big Law. Trusted by Aderant Firms.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Purpose-built tools that solve real financial problems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Agile team with deep legal domain knowledge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Scalable, maintainable, enterprise-ready solutions</a:t>
            </a:r>
            <a:endParaRPr sz="2000"/>
          </a:p>
        </p:txBody>
      </p:sp>
      <p:pic>
        <p:nvPicPr>
          <p:cNvPr id="160" name="Google Shape;160;p24" title="srp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325" y="649450"/>
            <a:ext cx="1464649" cy="14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5000"/>
              <a:t>Together, Let’s Build What Your Firm Actually Needs.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000"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729450" y="3364997"/>
            <a:ext cx="76884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/>
              <a:t>Sales@steelridge.io   |   https://steelridge.io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